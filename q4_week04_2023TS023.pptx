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0051EA-D17C-F98F-870B-7E326C874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8479F7-B40B-3285-9799-AE7F6EFF5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2C1186-146E-128A-3E4E-35E9CB3F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D3676E-0C53-1A9E-D308-87264B79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AB6FA2-5140-CF75-460F-95645DBA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926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379165-5966-2048-3339-121E0871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DB109C-BC64-58C9-560E-CE9144FF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E969F2-B7CB-C6C5-F811-64DEB12E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983F17-E050-F900-AC6A-B142FA11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CAF70-C2B5-F907-5A45-185FA67C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52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03A29-5B90-31EB-4187-F636429C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41AEDE-B5EB-8C79-F719-498AFA48C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84B75B-8507-16EC-8F41-EDCA877A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477D34-0490-AB7C-4CAD-3F0C15538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F07AEA-B4FC-C52E-9B4E-730B5971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60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86177-CA4F-E856-DA8E-488C2DB6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59E31D-D665-50E9-DC3C-3531E48A7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BBC4B0-EFB1-95A6-0CB7-4487E2E9A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1EB76C-D440-1C60-A9F7-43C759D0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5E7BB4-E68A-70A7-4B49-5F4FC484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4736F8-CF48-8DC5-7687-C712DC1C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292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E94445-BA23-E0C8-9C24-2C0DB95C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1DA1B1-25B1-B5FE-A23C-28015B39A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C3E721-7CAF-B3DF-A996-B45914F8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13CDCD-F265-49E3-54EC-61338881A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DC9FB9-918A-CF0C-BEBC-BF5C804DD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D694591-9C9C-6A1C-3AE9-7147ABCA5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993B93-B705-E849-BAC3-88020FEC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0101A8-8CD5-E66B-88B8-FEE76629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68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CF9DA-4DA4-D67F-BDA4-B9610827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B383DD-3426-BE7E-DCA9-7FD2842E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11AAA0-19D8-0366-EC41-0570E9C9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01C7DE-ADFA-CE48-F068-947FADD5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341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E12FBC-02CA-B529-050F-9C6A870C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D91AB44-9C6A-A654-5845-A7C5FBAA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DF629C-A5A2-E35D-117C-E8C90ED6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804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564BDD-4295-7927-365F-3F0258D2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14335E-59BF-B833-1241-53708F25C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E30A32-79A1-7213-2C2C-5E1B5EF79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98A2D0-C45E-672B-3FE3-A7191AFC7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229B1F-C854-5B74-4AE4-028787BE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D19E74-7F0B-45E0-C51B-F86EF053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07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89430-3DC0-B3D8-C8FA-A6848AFD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8C8DB1-CA20-9ECF-355E-7CDB0B191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AA1FF9-99A5-3F6E-D614-81EF50141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EB4459-16FC-23F4-E130-DA6ADA52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7CE074-6EA7-6114-73B9-B98AED6F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5733A3-50C3-F99A-5BEE-54A4455D9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56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4F1FD-CD9A-C0EE-0080-E37E94B7E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0F7C4D-1B4C-758C-A519-F65C888E8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F51131-8DA6-7BA4-57F4-AD3756D27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E5CDE2-2C10-B137-2B33-15535E66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CCA139-9E64-6AD6-CE94-6FF76E68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51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918A5D-69ED-48F2-2866-4F043E5AF8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EBC612-A92D-7248-E3A9-E730507DB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984DC2-6DD9-A9B4-7D8E-45EF820B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EF2CF-521B-D033-6ACF-03623A78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4F8D22-093F-36FD-0D9D-E532964A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39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9BB40D-A9FD-5FD4-A5E2-DF57DA869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53401F-4000-C0AE-DB90-57A09D0A7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8CB610-7F14-E37F-5118-50C743EB4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3516F-93FC-41DB-9F61-0CEF9EC6186F}" type="datetimeFigureOut">
              <a:rPr kumimoji="1" lang="ja-JP" altLang="en-US" smtClean="0"/>
              <a:t>2025/12/14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BC509D-184B-EBA0-3FFA-9BD294FBC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3EFC97-35FB-B8E8-5EB5-ACC3C27C9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0AA42-A603-4B4A-BD6D-AFB6B80E57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9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EA03DC-6DCC-9FF6-23C3-5105CE8547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宮沢研究室課題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494869-449B-ABBA-DF5E-7C443DAECD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2023TS023</a:t>
            </a:r>
          </a:p>
          <a:p>
            <a:r>
              <a:rPr lang="ja-JP" altLang="en-US" dirty="0"/>
              <a:t>可児桜将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4224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E863A5-4971-01F7-DEB8-CEC964B7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今回読んだ文献について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5E4F84-1A90-A651-2D82-C396A62C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「</a:t>
            </a:r>
            <a:r>
              <a:rPr kumimoji="1" lang="en-US" altLang="ja-JP" dirty="0"/>
              <a:t>『</a:t>
            </a:r>
            <a:r>
              <a:rPr kumimoji="1" lang="ja-JP" altLang="en-US" dirty="0"/>
              <a:t>ゲーム制作総合演習</a:t>
            </a:r>
            <a:r>
              <a:rPr kumimoji="1" lang="en-US" altLang="ja-JP" dirty="0"/>
              <a:t>』</a:t>
            </a:r>
            <a:r>
              <a:rPr kumimoji="1" lang="ja-JP" altLang="en-US" dirty="0"/>
              <a:t>による教育事例報告」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著</a:t>
            </a:r>
            <a:r>
              <a:rPr kumimoji="1" lang="en-US" altLang="ja-JP" dirty="0"/>
              <a:t>:</a:t>
            </a:r>
            <a:r>
              <a:rPr lang="ja-JP" altLang="en-US" dirty="0"/>
              <a:t>華山</a:t>
            </a:r>
            <a:r>
              <a:rPr lang="en-US" altLang="ja-JP" dirty="0"/>
              <a:t> </a:t>
            </a:r>
            <a:r>
              <a:rPr lang="ja-JP" altLang="en-US" dirty="0"/>
              <a:t>宣胤氏、野上</a:t>
            </a:r>
            <a:r>
              <a:rPr lang="en-US" altLang="ja-JP" dirty="0"/>
              <a:t> </a:t>
            </a:r>
            <a:r>
              <a:rPr lang="ja-JP" altLang="en-US" dirty="0"/>
              <a:t>竜一氏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2009/11/6</a:t>
            </a:r>
          </a:p>
          <a:p>
            <a:pPr marL="0" indent="0">
              <a:buNone/>
            </a:pPr>
            <a:r>
              <a:rPr kumimoji="1" lang="ja-JP" altLang="en-US" dirty="0"/>
              <a:t>掲載媒体</a:t>
            </a:r>
            <a:r>
              <a:rPr kumimoji="1" lang="en-US" altLang="ja-JP" dirty="0"/>
              <a:t>:</a:t>
            </a:r>
            <a:r>
              <a:rPr lang="zh-TW" altLang="en-US" dirty="0"/>
              <a:t>情報処理学会 電子図書館</a:t>
            </a:r>
            <a:r>
              <a:rPr lang="en-US" altLang="zh-TW" dirty="0"/>
              <a:t>:https://ipsj.ixsq.nii.ac.jp/</a:t>
            </a:r>
            <a:r>
              <a:rPr lang="en-US" altLang="zh-TW" dirty="0" err="1"/>
              <a:t>ej</a:t>
            </a:r>
            <a:r>
              <a:rPr lang="en-US" altLang="zh-TW" dirty="0"/>
              <a:t>/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3717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86A6E5-1962-1C6E-AC63-F351DD00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20DFFE-D9B0-59F4-47E7-05B1B4811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372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　尚美学園大学 芸術情報学部 情報表現学科において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2009</a:t>
            </a:r>
            <a:r>
              <a:rPr kumimoji="1" lang="ja-JP" altLang="en-US" dirty="0"/>
              <a:t>年から実施されている授業「ゲーム制作総合演習」の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教育実践について報告したもの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735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0E3160-DD0C-D6D4-8D96-C001A019B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授業の目的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EF4B6E-E1A4-BFF6-BF5D-637E91686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　単なるプログラマではなく商品として成立する</a:t>
            </a:r>
            <a:r>
              <a:rPr lang="en-US" altLang="ja-JP" dirty="0"/>
              <a:t>TV</a:t>
            </a:r>
            <a:r>
              <a:rPr lang="ja-JP" altLang="en-US" dirty="0"/>
              <a:t>ゲームを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企画（コンセプト）から実装・発表まで一貫して担える人材を育成すること</a:t>
            </a:r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　　↓そのために</a:t>
            </a:r>
            <a:endParaRPr lang="en-US" altLang="ja-JP" dirty="0"/>
          </a:p>
          <a:p>
            <a:pPr marL="0" indent="0" algn="ctr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マーケティングリサーチ、プログラミング、プレゼンテーションを組み合わせた総合演習として設計されている。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92363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84564-6EF0-12CE-271B-A2BC713B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授業の進行構成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60626D-046D-0221-CEBA-EE4894A4D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①マーケティングリサーチによるゲームコンセプト設定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②</a:t>
            </a:r>
            <a:r>
              <a:rPr kumimoji="1" lang="en-US" altLang="ja-JP" dirty="0"/>
              <a:t>Processing</a:t>
            </a:r>
            <a:r>
              <a:rPr kumimoji="1" lang="ja-JP" altLang="en-US" dirty="0"/>
              <a:t>によるゲームプログラミング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③プレゼンテーションによる評価</a:t>
            </a:r>
          </a:p>
        </p:txBody>
      </p:sp>
    </p:spTree>
    <p:extLst>
      <p:ext uri="{BB962C8B-B14F-4D97-AF65-F5344CB8AC3E}">
        <p14:creationId xmlns:p14="http://schemas.microsoft.com/office/powerpoint/2010/main" val="353991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517F37-4312-B338-2B46-8F6F0AC2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マーケティングリサーチによる</a:t>
            </a:r>
            <a:br>
              <a:rPr lang="en-US" altLang="ja-JP" dirty="0"/>
            </a:br>
            <a:r>
              <a:rPr lang="ja-JP" altLang="en-US" dirty="0"/>
              <a:t>ゲームコンセプト設定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A2F386-24AA-3A82-BC98-46E52235B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既存の</a:t>
            </a:r>
            <a:r>
              <a:rPr kumimoji="1" lang="en-US" altLang="ja-JP" dirty="0"/>
              <a:t>TV</a:t>
            </a:r>
            <a:r>
              <a:rPr kumimoji="1" lang="ja-JP" altLang="en-US" dirty="0"/>
              <a:t>ゲーム（競合）を多数選出</a:t>
            </a:r>
            <a:endParaRPr kumimoji="1" lang="en-US" altLang="ja-JP" dirty="0"/>
          </a:p>
          <a:p>
            <a:r>
              <a:rPr lang="ja-JP" altLang="en-US" dirty="0"/>
              <a:t>「アクション性」「育成要素」「ストーリー性」などの評価項目を設定</a:t>
            </a:r>
            <a:endParaRPr lang="en-US" altLang="ja-JP" dirty="0"/>
          </a:p>
          <a:p>
            <a:r>
              <a:rPr lang="ja-JP" altLang="en-US" dirty="0"/>
              <a:t>競合ゲームと評価項目のデータを作成</a:t>
            </a:r>
            <a:endParaRPr lang="en-US" altLang="ja-JP" dirty="0"/>
          </a:p>
          <a:p>
            <a:r>
              <a:rPr lang="ja-JP" altLang="en-US" dirty="0"/>
              <a:t>因子分析を行い、市場に不足しているゲーム特性を分析</a:t>
            </a:r>
            <a:endParaRPr lang="en-US" altLang="ja-JP" dirty="0"/>
          </a:p>
          <a:p>
            <a:r>
              <a:rPr lang="ja-JP" altLang="en-US" dirty="0"/>
              <a:t>分析結果から新しいゲームコンセプトを導出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9884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0F722-E7C7-CB67-5AC6-1A2489B1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Processing</a:t>
            </a:r>
            <a:r>
              <a:rPr lang="ja-JP" altLang="en-US" dirty="0"/>
              <a:t>によるゲームプログラミング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A7922B-122F-98CC-F2BF-CD22B0DC7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プログラミング言語</a:t>
            </a:r>
            <a:r>
              <a:rPr kumimoji="1" lang="en-US" altLang="ja-JP" dirty="0"/>
              <a:t>Processing</a:t>
            </a:r>
            <a:r>
              <a:rPr kumimoji="1" lang="ja-JP" altLang="en-US" dirty="0"/>
              <a:t>を使用</a:t>
            </a:r>
            <a:endParaRPr kumimoji="1" lang="en-US" altLang="ja-JP" dirty="0"/>
          </a:p>
          <a:p>
            <a:r>
              <a:rPr lang="ja-JP" altLang="en-US" dirty="0"/>
              <a:t>授業時間の制約を考慮し、用意された</a:t>
            </a:r>
            <a:r>
              <a:rPr lang="en-US" altLang="ja-JP" dirty="0"/>
              <a:t>4</a:t>
            </a:r>
            <a:r>
              <a:rPr lang="ja-JP" altLang="en-US" dirty="0"/>
              <a:t>種類のゲームひな形をベースに制作</a:t>
            </a:r>
            <a:endParaRPr lang="en-US" altLang="ja-JP" dirty="0"/>
          </a:p>
          <a:p>
            <a:r>
              <a:rPr kumimoji="1" lang="ja-JP" altLang="en-US" dirty="0"/>
              <a:t>コンセプトをゲームとして具体化することを重視</a:t>
            </a:r>
          </a:p>
        </p:txBody>
      </p:sp>
    </p:spTree>
    <p:extLst>
      <p:ext uri="{BB962C8B-B14F-4D97-AF65-F5344CB8AC3E}">
        <p14:creationId xmlns:p14="http://schemas.microsoft.com/office/powerpoint/2010/main" val="3602263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3BA159-1211-68EC-F78C-046664F7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プレゼンテーションによる評価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A950F4-DFA8-5AB4-CC2B-D156F0B7B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スライドを用いて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・</a:t>
            </a:r>
            <a:r>
              <a:rPr kumimoji="1" lang="ja-JP" altLang="en-US" dirty="0"/>
              <a:t>コンセプトの妥当性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・マーケティング分析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・ゲーム内容・工夫点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を発表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4465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E4CD92-9C20-AF5E-6C26-97D13F24B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授業の特徴・教育的効果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579C1A-80D6-CCE9-88E4-80AD4F234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・</a:t>
            </a:r>
            <a:r>
              <a:rPr kumimoji="1" lang="en-US" altLang="ja-JP" dirty="0"/>
              <a:t>2</a:t>
            </a:r>
            <a:r>
              <a:rPr kumimoji="1" lang="ja-JP" altLang="en-US" dirty="0"/>
              <a:t>～</a:t>
            </a:r>
            <a:r>
              <a:rPr kumimoji="1" lang="en-US" altLang="ja-JP" dirty="0"/>
              <a:t>4</a:t>
            </a:r>
            <a:r>
              <a:rPr kumimoji="1" lang="ja-JP" altLang="en-US" dirty="0"/>
              <a:t>人のグループ作業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・役割分担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・工程管理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・協調開発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　を実践的に学べる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・「作る」だけでなくなぜこのゲームなのか、市場に受け入れられるかを論理的に説明する力が身につく</a:t>
            </a:r>
          </a:p>
        </p:txBody>
      </p:sp>
    </p:spTree>
    <p:extLst>
      <p:ext uri="{BB962C8B-B14F-4D97-AF65-F5344CB8AC3E}">
        <p14:creationId xmlns:p14="http://schemas.microsoft.com/office/powerpoint/2010/main" val="529997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BD53A-79C4-285D-9AE3-CAB8E2DF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まとめ・今後の展望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50CAC0-5642-28B8-FEC8-470BDE32E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本演習で学べるスキル</a:t>
            </a:r>
            <a:endParaRPr kumimoji="1" lang="en-US" altLang="ja-JP" dirty="0"/>
          </a:p>
          <a:p>
            <a:r>
              <a:rPr kumimoji="1" lang="ja-JP" altLang="en-US" dirty="0"/>
              <a:t>商品コンセプト設定</a:t>
            </a:r>
            <a:endParaRPr kumimoji="1" lang="en-US" altLang="ja-JP" dirty="0"/>
          </a:p>
          <a:p>
            <a:r>
              <a:rPr lang="ja-JP" altLang="en-US" dirty="0"/>
              <a:t>コンテンツ制作</a:t>
            </a:r>
            <a:endParaRPr lang="en-US" altLang="ja-JP" dirty="0"/>
          </a:p>
          <a:p>
            <a:r>
              <a:rPr kumimoji="1" lang="ja-JP" altLang="en-US" dirty="0"/>
              <a:t>プレゼンテーション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kumimoji="1" lang="ja-JP" altLang="en-US"/>
              <a:t>成果を踏まえ、他の専門科目への展開も検討されている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0586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CE2580-4384-20A9-0A57-2335B88DE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791" y="1122363"/>
            <a:ext cx="11731925" cy="2387600"/>
          </a:xfrm>
        </p:spPr>
        <p:txBody>
          <a:bodyPr/>
          <a:lstStyle/>
          <a:p>
            <a:r>
              <a:rPr lang="ja-JP" altLang="en-US" dirty="0"/>
              <a:t>ご清聴ありがとうございました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072907-7F1E-E59E-F6B6-22A4D1F01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可児桜将</a:t>
            </a:r>
            <a:endParaRPr kumimoji="1" lang="en-US" altLang="ja-JP" dirty="0"/>
          </a:p>
          <a:p>
            <a:r>
              <a:rPr lang="en-US" altLang="ja-JP" dirty="0"/>
              <a:t>2023TS023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247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387</Words>
  <Application>Microsoft Office PowerPoint</Application>
  <PresentationFormat>ワイド画面</PresentationFormat>
  <Paragraphs>57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宮沢研究室課題</vt:lpstr>
      <vt:lpstr>今回読んだ文献について</vt:lpstr>
      <vt:lpstr>概要</vt:lpstr>
      <vt:lpstr>授業の目的</vt:lpstr>
      <vt:lpstr>授業の進行構成</vt:lpstr>
      <vt:lpstr>マーケティングリサーチによる ゲームコンセプト設定</vt:lpstr>
      <vt:lpstr>Processingによるゲームプログラミング</vt:lpstr>
      <vt:lpstr>プレゼンテーションによる評価</vt:lpstr>
      <vt:lpstr>授業の特徴・教育的効果</vt:lpstr>
      <vt:lpstr>まとめ・今後の展望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23ts023</dc:creator>
  <cp:lastModifiedBy>23ts023</cp:lastModifiedBy>
  <cp:revision>16</cp:revision>
  <dcterms:created xsi:type="dcterms:W3CDTF">2025-06-15T06:10:20Z</dcterms:created>
  <dcterms:modified xsi:type="dcterms:W3CDTF">2025-12-14T13:10:04Z</dcterms:modified>
</cp:coreProperties>
</file>